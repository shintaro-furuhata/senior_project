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67D67-E96D-4256-9063-8F8009B50CC0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347C9-447B-415D-9C75-D39A82C8D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085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5E63143-CE3D-43FE-84E9-F1FD619E7C10}"/>
              </a:ext>
            </a:extLst>
          </p:cNvPr>
          <p:cNvSpPr/>
          <p:nvPr userDrawn="1"/>
        </p:nvSpPr>
        <p:spPr>
          <a:xfrm>
            <a:off x="0" y="0"/>
            <a:ext cx="12192000" cy="49002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7A786DF-5E71-F0E9-FC22-7CCFCAE09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691" y="367323"/>
            <a:ext cx="11527693" cy="3061677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2B37CD-CF50-971C-8DD1-36C8AD3A79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1691" y="5074080"/>
            <a:ext cx="5054498" cy="16557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名前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0293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の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6C055DB-E002-A6B9-11D4-593A88BFEDB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411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4400" b="1" kern="1200" dirty="0">
              <a:solidFill>
                <a:schemeClr val="bg1"/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FAFFFB-127C-B12F-F0A4-BE73A1F2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6246" y="6283568"/>
            <a:ext cx="844061" cy="500186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latin typeface="+mj-lt"/>
              </a:defRPr>
            </a:lvl1pPr>
          </a:lstStyle>
          <a:p>
            <a:fld id="{DEB69D7D-7114-455C-9F4C-F8F7999F0A91}" type="slidenum">
              <a:rPr lang="ja-JP" altLang="en-US" smtClean="0"/>
              <a:pPr/>
              <a:t>‹#›</a:t>
            </a:fld>
            <a:endParaRPr lang="ja-JP" altLang="en-US" b="1" dirty="0"/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22DB3DD5-618E-E24B-C355-161121E3B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26646" y="6356350"/>
            <a:ext cx="10621108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2B88E87-9206-FC83-EF0A-C4D1C6A9D559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246" y="6283568"/>
            <a:ext cx="1151206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CD4A19BF-DDFB-3471-5169-5A0E8F74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46" y="270169"/>
            <a:ext cx="10515600" cy="604939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0610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7F75BF-68FF-71C3-5195-49E07D8B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19E615-57DD-1BAA-199C-DA165C00A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D16B2E-8EE1-AB38-C540-85664E25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74B437-5623-4D21-7271-983442AF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F6F9A5-FFF1-35AF-4A0D-3F54F277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56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16F88-4794-FE4B-4C3D-DE66FD1A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7C4D97-3873-F356-9BAF-1EBBBD8D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70E94C-B690-3E16-0C0B-4D5F4E3562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6038E1-1564-5EE9-EA02-E29EFC74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D46876-4AE5-3088-1911-9A63E05E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05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94DA22-301A-E703-2EA3-80A16441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BCC5FB-C052-9AC0-0D7E-570717F3D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F1665B-1AC9-A7AC-3F7E-010624CE4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98B67E-A8DB-F923-C38F-DDA8D401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19FD38-CE85-1CCF-5D2E-7A0B5C72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38EC69-CDC1-DD73-DBD4-012747B1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78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3C8AB-10BD-217F-6F23-C3D7305A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BD2519-CF38-C807-9289-AA29FBBE3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FB935E-9773-B51B-B307-56EF853A1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A6157C-DE26-FA3D-1308-D10E06535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B0E040-79ED-3706-8D2C-7168E5C09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31DCAC9-5A49-FB1C-59E4-917A6838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9223AE9-50AE-341C-DB41-E689AF61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B3C9CA-9A30-D504-F2E5-AD6399C0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303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9E15E-5DB0-A011-8B45-13EFCF61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12AAB4-64BB-6243-E43F-B549D5BD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B8011C-95ED-00C2-A65C-B48461C0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1A9190-056F-AD8B-510A-CC19690C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1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710734B-250E-8811-B277-2BF2CE39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C26A36-17DE-D93B-2178-DC3DA483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BDD064-E216-DCB5-70D9-8218909E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0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2FE4E-40B1-F6B2-469C-F0AF0F8F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BA4C70-218A-E885-1899-1B4DA7BEB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8B0275-2589-CBD8-DB15-47D5C8398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7DE084-A7A9-D7B0-79E1-07E632DC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7DBCD0-490C-55A4-8C54-6B7A2602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2ACD77-22EB-33C4-5DC0-B02A5C95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12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9EDC6-DD8E-D41B-9E64-DFC9F6E8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66314D-F34D-D736-00E1-3A81BD20A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1D6386-5066-51F9-602B-30D632002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D30973-7888-1D6E-A2B6-EF11AD76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8B5EFB-AFDC-986D-288C-FFA7AF55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0F717E-6D87-BDE0-29A1-03EB0D53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52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B1CC0A-57FC-C2C8-CCE8-CA396E1C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624752-0F10-6D5E-A070-D1E6D65F9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C8E6E2-B684-D214-A4B9-625E662C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8F0E1B-D0CF-5FDB-8498-EC381EE5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297D0-D1B9-92E4-3E63-8BBC3831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72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A107B33-CBC7-CE80-CC95-C42C2714C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1FAC2D6-00F1-2927-99DB-750A1503F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8789B8-378F-30A6-9C8F-F13321B3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49A9FD-8007-587A-03C9-8E7697EC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EBF297-5CA1-A727-99A1-373F461B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83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19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17C939D4-4376-615A-E57B-DACD5C846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153" y="253081"/>
            <a:ext cx="11527693" cy="4366627"/>
          </a:xfrm>
        </p:spPr>
        <p:txBody>
          <a:bodyPr/>
          <a:lstStyle/>
          <a:p>
            <a:r>
              <a:rPr lang="ja-JP" altLang="en-US" dirty="0"/>
              <a:t>進捗発表</a:t>
            </a:r>
            <a:br>
              <a:rPr lang="en-US" altLang="ja-JP" dirty="0"/>
            </a:br>
            <a:r>
              <a:rPr lang="en-US" altLang="ja-JP" dirty="0"/>
              <a:t>2026-MM-DD</a:t>
            </a:r>
            <a:endParaRPr lang="ja-JP" altLang="en-US" dirty="0"/>
          </a:p>
        </p:txBody>
      </p:sp>
      <p:sp>
        <p:nvSpPr>
          <p:cNvPr id="6" name="字幕 5">
            <a:extLst>
              <a:ext uri="{FF2B5EF4-FFF2-40B4-BE49-F238E27FC236}">
                <a16:creationId xmlns:a16="http://schemas.microsoft.com/office/drawing/2014/main" id="{BC3A48B3-3C89-457B-F038-526B2C7DF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法政大学 理工学部 応用情報工学科</a:t>
            </a:r>
            <a:endParaRPr lang="en-US" altLang="ja-JP" dirty="0"/>
          </a:p>
          <a:p>
            <a:r>
              <a:rPr lang="ja-JP" altLang="en-US" dirty="0"/>
              <a:t>最適化システム研究室</a:t>
            </a:r>
            <a:endParaRPr lang="en-US" altLang="ja-JP" dirty="0"/>
          </a:p>
          <a:p>
            <a:r>
              <a:rPr lang="ja-JP" altLang="en-US" dirty="0"/>
              <a:t>古旗真太郎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50980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E906FB-C5AF-1622-DFA7-F542EC3B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9D7D-7114-455C-9F4C-F8F7999F0A91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73CCAA-A63A-C28D-2718-61A021996FF8}"/>
              </a:ext>
            </a:extLst>
          </p:cNvPr>
          <p:cNvSpPr txBox="1"/>
          <p:nvPr/>
        </p:nvSpPr>
        <p:spPr>
          <a:xfrm>
            <a:off x="326003" y="206734"/>
            <a:ext cx="7863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大見出し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C802383-80E4-6CF0-C432-35179C7A5CF4}"/>
              </a:ext>
            </a:extLst>
          </p:cNvPr>
          <p:cNvSpPr/>
          <p:nvPr/>
        </p:nvSpPr>
        <p:spPr>
          <a:xfrm>
            <a:off x="226646" y="1213974"/>
            <a:ext cx="11683999" cy="760440"/>
          </a:xfrm>
          <a:prstGeom prst="roundRect">
            <a:avLst>
              <a:gd name="adj" fmla="val 90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b="0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078F14-22A1-AD74-5E47-EF3139F85729}"/>
              </a:ext>
            </a:extLst>
          </p:cNvPr>
          <p:cNvSpPr txBox="1"/>
          <p:nvPr/>
        </p:nvSpPr>
        <p:spPr>
          <a:xfrm>
            <a:off x="558579" y="1252770"/>
            <a:ext cx="11074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/>
              <a:t>中見出し</a:t>
            </a:r>
          </a:p>
        </p:txBody>
      </p:sp>
    </p:spTree>
    <p:extLst>
      <p:ext uri="{BB962C8B-B14F-4D97-AF65-F5344CB8AC3E}">
        <p14:creationId xmlns:p14="http://schemas.microsoft.com/office/powerpoint/2010/main" val="29542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2D159E2-9EC8-8AC7-C435-7083CF44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9D7D-7114-455C-9F4C-F8F7999F0A91}" type="slidenum">
              <a:rPr lang="ja-JP" altLang="en-US" smtClean="0"/>
              <a:pPr/>
              <a:t>2</a:t>
            </a:fld>
            <a:endParaRPr lang="ja-JP" altLang="en-US" b="1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0AB966F-F3FC-A959-4840-E58FD0CA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8328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パワポ用(segoe/notosans)">
      <a:majorFont>
        <a:latin typeface="Segoe UI"/>
        <a:ea typeface="Noto Sans JP"/>
        <a:cs typeface=""/>
      </a:majorFont>
      <a:minorFont>
        <a:latin typeface="Segoe UI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游ゴシック</vt:lpstr>
      <vt:lpstr>Arial</vt:lpstr>
      <vt:lpstr>Office テーマ</vt:lpstr>
      <vt:lpstr>進捗発表 2026-MM-DD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古旗　真太郎</dc:creator>
  <cp:lastModifiedBy>古旗　真太郎</cp:lastModifiedBy>
  <cp:revision>62</cp:revision>
  <dcterms:created xsi:type="dcterms:W3CDTF">2026-02-02T06:02:09Z</dcterms:created>
  <dcterms:modified xsi:type="dcterms:W3CDTF">2026-02-10T08:49:20Z</dcterms:modified>
</cp:coreProperties>
</file>